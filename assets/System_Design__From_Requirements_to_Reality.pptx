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4398681317347328_2074419838832267264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4398681317347328_2074419838832267264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4398681317347328_2074419838832267264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4398681317347328_2074419838832267264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4398681317347328_2074419838832267264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4398681317347328_2074419838832267264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4398681317347328_2074419838832267264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4398681317347328_2074419838832267264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4398681317347328_2074419838832267264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4398681317347328_2074419838832267264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4398681317347328_2074419838832267264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4398681317347328_2074419838832267264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4398681317347328_2074419838832267264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4398681317347328_2074419838832267264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4398681317347328_2074419838832267264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4398681317347328_2074419838832267264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4398681317347328_2074419838832267264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4398681317347328_2074419838832267264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4398681317347328_2074419838832267264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4398681317347328_2074419838832267264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4398681317347328_2074419838832267264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4398681317347328_2074419838832267264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4398681317347328_2074419838832267264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4398681317347328_2074419838832267264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4398681317347328_2074419838832267264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4398681317347328_2074419838832267264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4398681317347328_2074419838832267264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4398681317347328_2074419838832267264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4398681317347328_2074419838832267264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4398681317347328_2074419838832267264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4398681317347328_2074419838832267264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4398681317347328_2074419838832267264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4398681317347328_2074419838832267264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4398681317347328_2074419838832267264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4398681317347328_2074419838832267264-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